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65" r:id="rId6"/>
    <p:sldId id="267" r:id="rId7"/>
    <p:sldId id="268" r:id="rId8"/>
    <p:sldId id="266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99EAA7-2996-47F4-B549-C802C1027451}">
          <p14:sldIdLst>
            <p14:sldId id="256"/>
            <p14:sldId id="262"/>
            <p14:sldId id="263"/>
            <p14:sldId id="264"/>
            <p14:sldId id="265"/>
            <p14:sldId id="267"/>
            <p14:sldId id="268"/>
            <p14:sldId id="266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34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1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98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8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5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0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0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5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4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0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52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97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475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51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58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87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39A6244-9DDC-49B6-B7C4-603242458F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C34A083-0F75-429D-881B-646B59D34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42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43FB-C1B0-5954-45E7-15288F60E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07923"/>
            <a:ext cx="8825658" cy="2969342"/>
          </a:xfrm>
        </p:spPr>
        <p:txBody>
          <a:bodyPr/>
          <a:lstStyle/>
          <a:p>
            <a:r>
              <a:rPr lang="en-IN" b="1" dirty="0"/>
              <a:t>SMART</a:t>
            </a:r>
            <a:r>
              <a:rPr lang="en-IN" dirty="0"/>
              <a:t> </a:t>
            </a:r>
            <a:r>
              <a:rPr lang="en-IN" b="1" dirty="0"/>
              <a:t>CAMPUS</a:t>
            </a:r>
            <a:r>
              <a:rPr lang="en-IN" dirty="0"/>
              <a:t> </a:t>
            </a:r>
            <a:r>
              <a:rPr lang="en-IN" b="1" dirty="0"/>
              <a:t>BUS</a:t>
            </a:r>
            <a:r>
              <a:rPr lang="en-IN" dirty="0"/>
              <a:t> </a:t>
            </a:r>
            <a:r>
              <a:rPr lang="en-IN" b="1" dirty="0"/>
              <a:t>TRACKING</a:t>
            </a:r>
            <a:r>
              <a:rPr lang="en-IN" dirty="0"/>
              <a:t> </a:t>
            </a:r>
            <a:r>
              <a:rPr lang="en-IN" b="1" dirty="0"/>
              <a:t>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72C21-0689-9AD0-6F41-A25C1CA44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TEAM</a:t>
            </a:r>
            <a:r>
              <a:rPr lang="en-IN" dirty="0"/>
              <a:t> </a:t>
            </a:r>
            <a:r>
              <a:rPr lang="en-IN" b="1" dirty="0"/>
              <a:t>DETAILS</a:t>
            </a:r>
            <a:r>
              <a:rPr lang="en-IN" dirty="0"/>
              <a:t>:</a:t>
            </a:r>
          </a:p>
          <a:p>
            <a:r>
              <a:rPr lang="en-IN" b="1" dirty="0"/>
              <a:t>B.SATHWIKA</a:t>
            </a:r>
            <a:r>
              <a:rPr lang="en-IN" dirty="0"/>
              <a:t> – </a:t>
            </a:r>
            <a:r>
              <a:rPr lang="en-IN" b="1" dirty="0"/>
              <a:t>2403A52250</a:t>
            </a:r>
          </a:p>
          <a:p>
            <a:r>
              <a:rPr lang="en-IN" b="1" dirty="0" err="1"/>
              <a:t>t.Vishwa</a:t>
            </a:r>
            <a:r>
              <a:rPr lang="en-IN" b="1" dirty="0"/>
              <a:t> sai-2403A52261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9461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155E-28ED-18DD-7DB5-2030F2B6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23C2D-D6B6-8A70-D05D-F0353037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Students face difficulty in knowing exact bus arrival times. </a:t>
            </a:r>
          </a:p>
          <a:p>
            <a:r>
              <a:rPr lang="en-US" dirty="0"/>
              <a:t>Waiting for buses leads to time wastage and inconvenience. </a:t>
            </a:r>
          </a:p>
          <a:p>
            <a:r>
              <a:rPr lang="en-US" dirty="0"/>
              <a:t>Lack of real-time tracking causes uncertainty and delays. </a:t>
            </a:r>
          </a:p>
          <a:p>
            <a:r>
              <a:rPr lang="en-US" dirty="0"/>
              <a:t>Existing systems do not provide accurate ETA or notifications. </a:t>
            </a:r>
          </a:p>
          <a:p>
            <a:r>
              <a:rPr lang="en-US" dirty="0"/>
              <a:t>Need for a smart system to track buses efficiently.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6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9923-3EC6-F035-6B7F-17018BCB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Stakeholders: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8A27-5D98-EA73-18E3-4E7443297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IN" dirty="0"/>
              <a:t>Students (Primary users)</a:t>
            </a:r>
          </a:p>
          <a:p>
            <a:r>
              <a:rPr lang="en-IN" dirty="0"/>
              <a:t> Students (Primary users)</a:t>
            </a:r>
          </a:p>
          <a:p>
            <a:r>
              <a:rPr lang="en-IN" dirty="0"/>
              <a:t> </a:t>
            </a:r>
            <a:r>
              <a:rPr lang="en-IN" dirty="0" err="1"/>
              <a:t>Transperent</a:t>
            </a:r>
            <a:r>
              <a:rPr lang="en-IN" dirty="0"/>
              <a:t> Department</a:t>
            </a:r>
          </a:p>
          <a:p>
            <a:r>
              <a:rPr lang="en-IN" dirty="0"/>
              <a:t> College Administration</a:t>
            </a:r>
          </a:p>
          <a:p>
            <a:r>
              <a:rPr lang="en-IN" dirty="0"/>
              <a:t> Bus Drivers</a:t>
            </a:r>
          </a:p>
          <a:p>
            <a:r>
              <a:rPr lang="en-IN" dirty="0"/>
              <a:t> System Developers and maintainers</a:t>
            </a:r>
          </a:p>
        </p:txBody>
      </p:sp>
    </p:spTree>
    <p:extLst>
      <p:ext uri="{BB962C8B-B14F-4D97-AF65-F5344CB8AC3E}">
        <p14:creationId xmlns:p14="http://schemas.microsoft.com/office/powerpoint/2010/main" val="37910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5A63-E734-E0E6-779C-53D91EE5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and Model Discussion: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9AE1-33B5-B1D0-6057-581C898E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Dataset:</a:t>
            </a:r>
            <a:endParaRPr lang="en-US" dirty="0"/>
          </a:p>
          <a:p>
            <a:r>
              <a:rPr lang="en-US" dirty="0"/>
              <a:t>GPS location data from buses </a:t>
            </a:r>
          </a:p>
          <a:p>
            <a:r>
              <a:rPr lang="en-US" dirty="0"/>
              <a:t>Bus routes and stops data </a:t>
            </a:r>
          </a:p>
          <a:p>
            <a:r>
              <a:rPr lang="en-US" dirty="0"/>
              <a:t>Historical travel time data </a:t>
            </a:r>
          </a:p>
          <a:p>
            <a:r>
              <a:rPr lang="en-US" dirty="0"/>
              <a:t>Traffic and campus event data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99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0CAC-7EAC-4CDD-44C2-515F9D97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FA179-2CB9-2261-B10F-29BAFE7F1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used for ETA prediction</a:t>
            </a:r>
          </a:p>
          <a:p>
            <a:r>
              <a:rPr lang="en-US" dirty="0"/>
              <a:t>Factors considered : Traffic </a:t>
            </a:r>
            <a:r>
              <a:rPr lang="en-US" dirty="0" err="1"/>
              <a:t>Conditions,Remaining</a:t>
            </a:r>
            <a:r>
              <a:rPr lang="en-US" dirty="0"/>
              <a:t> </a:t>
            </a:r>
            <a:r>
              <a:rPr lang="en-US" dirty="0" err="1"/>
              <a:t>Stops,Historical</a:t>
            </a:r>
            <a:r>
              <a:rPr lang="en-US" dirty="0"/>
              <a:t> patterns</a:t>
            </a:r>
          </a:p>
          <a:p>
            <a:r>
              <a:rPr lang="en-US" dirty="0"/>
              <a:t>Real-time updates every few seconds using GPS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4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B98D-1873-BB08-E592-FB4E92E3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AF26-5C5E-A518-5689-3311E074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DDD0A-DF75-AB93-869D-406071167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bus tracking achieved </a:t>
            </a:r>
          </a:p>
          <a:p>
            <a:r>
              <a:rPr lang="en-US" dirty="0"/>
              <a:t>Accurate ETA prediction (within seconds accuracy) </a:t>
            </a:r>
          </a:p>
          <a:p>
            <a:r>
              <a:rPr lang="en-US" dirty="0"/>
              <a:t>Reduced waiting time for students </a:t>
            </a:r>
          </a:p>
          <a:p>
            <a:r>
              <a:rPr lang="en-US" dirty="0"/>
              <a:t>Improved transport efficiency </a:t>
            </a:r>
          </a:p>
          <a:p>
            <a:r>
              <a:rPr lang="en-US" dirty="0"/>
              <a:t>Live map visualization of buses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60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CF791-DABD-D801-6E33-7C76466D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9262-1961-01D5-6493-B20D66BC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(Cloud Hosted):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B6A8-CD86-2CB8-C176-BCEBE4FF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Web-based application (</a:t>
            </a:r>
            <a:r>
              <a:rPr lang="en-IN" dirty="0" err="1"/>
              <a:t>CampusRoute</a:t>
            </a:r>
            <a:r>
              <a:rPr lang="en-IN" dirty="0"/>
              <a:t> dashboard)</a:t>
            </a:r>
          </a:p>
          <a:p>
            <a:r>
              <a:rPr lang="en-US" dirty="0"/>
              <a:t>Hosted on cloud for real-time access</a:t>
            </a:r>
          </a:p>
          <a:p>
            <a:r>
              <a:rPr lang="en-IN" dirty="0"/>
              <a:t>Features: Live GPS tracking , Smart notifications , Route planning  , offline support.</a:t>
            </a:r>
          </a:p>
          <a:p>
            <a:r>
              <a:rPr lang="en-US" dirty="0"/>
              <a:t>Accessible from any device (mobile/laptop)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34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E46A-8DA2-C17F-4935-73BC1D6F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E70F-9A80-5FAF-AF66-A99DE099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04D5B-BF71-352F-C614-7F95C246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efficient and smart bus tracking system</a:t>
            </a:r>
          </a:p>
          <a:p>
            <a:r>
              <a:rPr lang="en-US" dirty="0"/>
              <a:t>Reduces waiting time and uncertainty</a:t>
            </a:r>
          </a:p>
          <a:p>
            <a:r>
              <a:rPr lang="en-US" dirty="0"/>
              <a:t>Improves user experience with notifications and ETA</a:t>
            </a:r>
          </a:p>
          <a:p>
            <a:r>
              <a:rPr lang="en-US" dirty="0"/>
              <a:t>Scalable solution for smart campuses</a:t>
            </a:r>
          </a:p>
          <a:p>
            <a:r>
              <a:rPr lang="en-IN" dirty="0"/>
              <a:t>Future scope: Mobile app integration , Advanced AI predictions , Integration with public transport.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56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5FF9-AC39-9BEC-0649-0847973C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DA60-1585-6076-C775-42BB690A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GPS-based Tracking Systems</a:t>
            </a:r>
          </a:p>
          <a:p>
            <a:r>
              <a:rPr lang="en-US" dirty="0"/>
              <a:t>Machine Learning for ETA Prediction</a:t>
            </a:r>
          </a:p>
          <a:p>
            <a:r>
              <a:rPr lang="en-IN" dirty="0"/>
              <a:t>Smart Transportation Systems</a:t>
            </a:r>
          </a:p>
          <a:p>
            <a:r>
              <a:rPr lang="en-IN" dirty="0"/>
              <a:t>IoT in Transportation</a:t>
            </a:r>
          </a:p>
          <a:p>
            <a:r>
              <a:rPr lang="en-US" dirty="0"/>
              <a:t>Add any websites, papers, or tools you used)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62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97</TotalTime>
  <Words>291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SMART CAMPUS BUS TRACKING SYSTEM</vt:lpstr>
      <vt:lpstr>Problem Statement:</vt:lpstr>
      <vt:lpstr>Stakeholders:</vt:lpstr>
      <vt:lpstr>Dataset and Model Discussion:</vt:lpstr>
      <vt:lpstr>Models:</vt:lpstr>
      <vt:lpstr>Results:</vt:lpstr>
      <vt:lpstr>Application (Cloud Hosted):</vt:lpstr>
      <vt:lpstr>Conclusions: 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Sathwika Balagoni</dc:creator>
  <cp:lastModifiedBy>SIDDU ..</cp:lastModifiedBy>
  <cp:revision>5</cp:revision>
  <dcterms:created xsi:type="dcterms:W3CDTF">2026-02-17T15:29:08Z</dcterms:created>
  <dcterms:modified xsi:type="dcterms:W3CDTF">2026-04-15T17:50:14Z</dcterms:modified>
</cp:coreProperties>
</file>